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we's be discussing Rybelsus, a significant advancement in the treatment of Type 2 Diabetes. For years, GLP-1 receptor agonists have proven incredibly effective in managing blood sugar and promoting weight loss, but their injectable nature has been a barrier for some patients. Rybelsus changes that. It's the world’s first oral GLP-1 RA, offering a convenient and potentially more widely accepted treatment option.  The key is its unique formulation, which overcomes the challenges of peptide absorption in the stomach. Clinical trials have shown Rybelsus delivers effective glycemic control, alongside reductions in body weight and a favorable cardiovascular profile.  This offers a valuable addition to the diabetes treatment landscape, providing a patient-friendly alternative to injections.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Rybelsus: The First Oral GLP-1 RA</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800">
                <a:solidFill>
                  <a:srgbClr val="000000"/>
                </a:solidFill>
                <a:latin typeface="Aptos"/>
              </a:rPr>
              <a:t>Introducing a novel approach to Type 2 Diabetes management.</a:t>
            </a:r>
          </a:p>
          <a:p>
            <a:pPr algn="l">
              <a:lnSpc>
                <a:spcPct val="115000"/>
              </a:lnSpc>
              <a:spcBef>
                <a:spcPts val="1200"/>
              </a:spcBef>
              <a:spcAft>
                <a:spcPts val="600"/>
              </a:spcAft>
            </a:pPr>
            <a:r>
              <a:rPr sz="1800">
                <a:solidFill>
                  <a:srgbClr val="000000"/>
                </a:solidFill>
                <a:latin typeface="Aptos"/>
              </a:rPr>
              <a:t/>
            </a:r>
            <a:r>
              <a:rPr sz="1800" b="1">
                <a:solidFill>
                  <a:srgbClr val="000000"/>
                </a:solidFill>
                <a:latin typeface="Aptos"/>
              </a:rPr>
              <a:t>Rybelsus</a:t>
            </a:r>
            <a:r>
              <a:rPr sz="1800">
                <a:solidFill>
                  <a:srgbClr val="000000"/>
                </a:solidFill>
                <a:latin typeface="Aptos"/>
              </a:rPr>
              <a:t> is the first oral </a:t>
            </a:r>
            <a:r>
              <a:rPr sz="1800" b="1">
                <a:solidFill>
                  <a:srgbClr val="000000"/>
                </a:solidFill>
                <a:latin typeface="Aptos"/>
              </a:rPr>
              <a:t>GLP-1 Receptor Agonist (GLP-1 RA)</a:t>
            </a:r>
            <a:r>
              <a:rPr sz="1800">
                <a:solidFill>
                  <a:srgbClr val="000000"/>
                </a:solidFill>
                <a:latin typeface="Aptos"/>
              </a:rPr>
              <a:t> for improved glycemic control.</a:t>
            </a:r>
          </a:p>
          <a:p>
            <a:pPr algn="l">
              <a:lnSpc>
                <a:spcPct val="115000"/>
              </a:lnSpc>
              <a:spcBef>
                <a:spcPts val="1200"/>
              </a:spcBef>
              <a:spcAft>
                <a:spcPts val="600"/>
              </a:spcAft>
            </a:pPr>
            <a:r>
              <a:rPr sz="1800">
                <a:solidFill>
                  <a:srgbClr val="000000"/>
                </a:solidFill>
                <a:latin typeface="Aptos"/>
              </a:rPr>
              <a:t>Utilizes a unique formulation to overcome absorption challenges in the stomach.</a:t>
            </a:r>
          </a:p>
          <a:p>
            <a:pPr algn="l">
              <a:lnSpc>
                <a:spcPct val="115000"/>
              </a:lnSpc>
              <a:spcBef>
                <a:spcPts val="1200"/>
              </a:spcBef>
              <a:spcAft>
                <a:spcPts val="600"/>
              </a:spcAft>
            </a:pPr>
            <a:r>
              <a:rPr sz="1800">
                <a:solidFill>
                  <a:srgbClr val="000000"/>
                </a:solidFill>
                <a:latin typeface="Aptos"/>
              </a:rPr>
              <a:t>Demonstrates effective glycemic control, weight reduction, and favorable cardiovascular profile.</a:t>
            </a:r>
          </a:p>
          <a:p>
            <a:pPr algn="l">
              <a:lnSpc>
                <a:spcPct val="115000"/>
              </a:lnSpc>
              <a:spcBef>
                <a:spcPts val="1200"/>
              </a:spcBef>
              <a:spcAft>
                <a:spcPts val="600"/>
              </a:spcAft>
            </a:pPr>
            <a:r>
              <a:rPr sz="1800">
                <a:solidFill>
                  <a:srgbClr val="000000"/>
                </a:solidFill>
                <a:latin typeface="Aptos"/>
              </a:rPr>
              <a:t>Provides a convenient, oral option for patients seeking an alternative to injectable GLP-1 RAs.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