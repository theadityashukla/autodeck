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clinical data supporting Rybelsus. The results are compelling. Across multiple clinical trials, we've seen significant reductions in HbA1c with Rybelsus, consistently outperforming placebo and other active comparators like sitagliptin and liraglutide. Importantly, the degree of HbA1c reduction is linked to the patient's baseline HbA1c – meaning those with higher starting levels see a greater benefit. We also observed a dose-response relationship, with the 7 and 14 mg doses showing superior results. While not a primary focus, Rybelsus also showed modest weight management, with no significant weight gain reported.  The PIONEER 4 trial, for example, demonstrated a remarkable 68% of patients achieving an HbA1c below 7% with Rybelsus 14mg, alongside a reduction in systolic blood pressure. This data underscores Rybelsus’s potential as a valuable tool in managing type 2 diabetes.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Significant HbA1c Reduction &amp; Modest Weight Support</a:t>
            </a:r>
          </a:p>
        </p:txBody>
      </p:sp>
      <p:sp>
        <p:nvSpPr>
          <p:cNvPr id="3" name="TextBox 2"/>
          <p:cNvSpPr txBox="1"/>
          <p:nvPr/>
        </p:nvSpPr>
        <p:spPr>
          <a:xfrm>
            <a:off x="914400" y="1828800"/>
            <a:ext cx="7315200" cy="4114800"/>
          </a:xfrm>
          <a:prstGeom prst="rect">
            <a:avLst/>
          </a:prstGeom>
          <a:noFill/>
        </p:spPr>
        <p:txBody>
          <a:bodyPr wrap="square">
            <a:spAutoFit/>
          </a:bodyPr>
          <a:lstStyle/>
          <a:p/>
          <a:p>
            <a:pPr algn="l">
              <a:lnSpc>
                <a:spcPct val="115000"/>
              </a:lnSpc>
              <a:spcBef>
                <a:spcPts val="1200"/>
              </a:spcBef>
              <a:spcAft>
                <a:spcPts val="600"/>
              </a:spcAft>
            </a:pPr>
            <a:r>
              <a:rPr b="1"/>
              <a:t>HbA1c Reduction:</a:t>
            </a:r>
            <a:r>
              <a:rPr/>
              <a:t> Clinical trials consistently demonstrate greater HbA1c reductions with Rybelsus (oral semaglutide) compared to placebo and active comparators across all baseline HbA1c subgroups.</a:t>
            </a:r>
          </a:p>
          <a:p>
            <a:pPr algn="l">
              <a:lnSpc>
                <a:spcPct val="115000"/>
              </a:lnSpc>
              <a:spcBef>
                <a:spcPts val="1200"/>
              </a:spcBef>
              <a:spcAft>
                <a:spcPts val="600"/>
              </a:spcAft>
            </a:pPr>
            <a:r>
              <a:rPr b="1"/>
              <a:t>Dose-Dependent Efficacy:</a:t>
            </a:r>
            <a:r>
              <a:rPr/>
              <a:t> Higher doses (7 and 14 mg) of Rybelsus consistently delivered greater HbA1c reductions compared to lower doses and active comparators.</a:t>
            </a:r>
          </a:p>
          <a:p>
            <a:pPr algn="l">
              <a:lnSpc>
                <a:spcPct val="115000"/>
              </a:lnSpc>
              <a:spcBef>
                <a:spcPts val="1200"/>
              </a:spcBef>
              <a:spcAft>
                <a:spcPts val="600"/>
              </a:spcAft>
            </a:pPr>
            <a:r>
              <a:rPr b="1"/>
              <a:t>Weight Management:</a:t>
            </a:r>
            <a:r>
              <a:rPr/>
              <a:t> While not the primary endpoint, Rybelsus demonstrated modest weight reduction, without significant weight gain.</a:t>
            </a:r>
          </a:p>
          <a:p>
            <a:pPr algn="l">
              <a:lnSpc>
                <a:spcPct val="115000"/>
              </a:lnSpc>
              <a:spcBef>
                <a:spcPts val="1200"/>
              </a:spcBef>
              <a:spcAft>
                <a:spcPts val="600"/>
              </a:spcAft>
            </a:pPr>
            <a:r>
              <a:rPr b="1"/>
              <a:t>PIONEER 4 Results:</a:t>
            </a:r>
            <a:r>
              <a:rPr/>
              <a:t> In patients with T2D on metformin (± SGLT2i), Rybelsus 14mg resulted in 68% achieving HbA1c &lt; 7% and a mean SBP reduction of -4 mmHg.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