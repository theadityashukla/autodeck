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dive into how Rybelsus, or oral semaglutide, works and what we’ve seen in clinical practice. It's a groundbreaking GLP-1 receptor agonist, remarkably similar to naturally occurring human GLP-1. What sets it apart is its oral formulation – the first of its kind in this class. The key to its absorption is a compound called SNAC, which helps the peptide navigate the acidic environment of the stomach and get into the bloodstream. </a:t>
            </a:r>
          </a:p>
          <a:p/>
          <a:p>
            <a:r>
              <a:t>Clinical trials have shown that oral semaglutide provides robust glycemic control, alongside benefits like weight reduction and improved blood pressure. Importantly, it's been shown to be well-tolerated, with a low risk of hypoglycemia, and the most common side effects are gastrointestinal. Finally, cardiovascular safety data have been reassuring, showing noninferiority to placebo.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Rybelsus: Oral GLP-1 Action &amp; Clinical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ptos"/>
              </a:rPr>
              <a:t/>
            </a:r>
            <a:r>
              <a:rPr sz="1400" b="1">
                <a:solidFill>
                  <a:srgbClr val="000000"/>
                </a:solidFill>
                <a:latin typeface="Aptos"/>
              </a:rPr>
              <a:t>Mechanism:</a:t>
            </a:r>
            <a:r>
              <a:rPr sz="1400">
                <a:solidFill>
                  <a:srgbClr val="000000"/>
                </a:solidFill>
                <a:latin typeface="Aptos"/>
              </a:rPr>
              <a:t> Oral semaglutide is a GLP-1 receptor agonist (GLP-1RA) with 94% homology to human GLP-1, utilizing sodium N-(8-[2-hydroxybenzoyl] amino) caprylate (SNAC) to overcome absorption challenges in the stomach.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ptos"/>
              </a:rPr>
              <a:t/>
            </a:r>
            <a:r>
              <a:rPr sz="1400" b="1">
                <a:solidFill>
                  <a:srgbClr val="000000"/>
                </a:solidFill>
                <a:latin typeface="Aptos"/>
              </a:rPr>
              <a:t>Oral Delivery:</a:t>
            </a:r>
            <a:r>
              <a:rPr sz="1400">
                <a:solidFill>
                  <a:srgbClr val="000000"/>
                </a:solidFill>
                <a:latin typeface="Aptos"/>
              </a:rPr>
              <a:t> The first oral GLP-1RA, offering a convenient alternative to injectable GLP-1RAs.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ptos"/>
              </a:rPr>
              <a:t/>
            </a:r>
            <a:r>
              <a:rPr sz="1400" b="1">
                <a:solidFill>
                  <a:srgbClr val="000000"/>
                </a:solidFill>
                <a:latin typeface="Aptos"/>
              </a:rPr>
              <a:t>Clinical Profile:</a:t>
            </a:r>
            <a:r>
              <a:rPr sz="1400">
                <a:solidFill>
                  <a:srgbClr val="000000"/>
                </a:solidFill>
                <a:latin typeface="Aptos"/>
              </a:rPr>
              <a:t> Demonstrated effective glycemic control, reductions in body weight, and decreases in systolic blood pressure in clinical trials.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ptos"/>
              </a:rPr>
              <a:t/>
            </a:r>
            <a:r>
              <a:rPr sz="1400" b="1">
                <a:solidFill>
                  <a:srgbClr val="000000"/>
                </a:solidFill>
                <a:latin typeface="Aptos"/>
              </a:rPr>
              <a:t>Safety &amp; Tolerability:</a:t>
            </a:r>
            <a:r>
              <a:rPr sz="1400">
                <a:solidFill>
                  <a:srgbClr val="000000"/>
                </a:solidFill>
                <a:latin typeface="Aptos"/>
              </a:rPr>
              <a:t> Well-tolerated with a safety profile consistent with the GLP-1RA class; low risk of hypoglycemia and primarily gastrointestinal adverse events.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Aptos"/>
              </a:rPr>
              <a:t/>
            </a:r>
            <a:r>
              <a:rPr sz="1400" b="1">
                <a:solidFill>
                  <a:srgbClr val="000000"/>
                </a:solidFill>
                <a:latin typeface="Aptos"/>
              </a:rPr>
              <a:t>Cardiovascular Safety:</a:t>
            </a:r>
            <a:r>
              <a:rPr sz="1400">
                <a:solidFill>
                  <a:srgbClr val="000000"/>
                </a:solidFill>
                <a:latin typeface="Aptos"/>
              </a:rPr>
              <a:t> Noninferior to placebo for cardiovascular safety, with a likely similar profile to subcutaneous semaglutide.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