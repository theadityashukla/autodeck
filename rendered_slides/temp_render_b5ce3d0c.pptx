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0"/>
  </p:normalViewPr>
  <p:slideViewPr>
    <p:cSldViewPr snapToGrid="0">
      <p:cViewPr varScale="1">
        <p:scale>
          <a:sx n="115" d="100"/>
          <a:sy n="115" d="100"/>
        </p:scale>
        <p:origin x="6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wrap up with a few key takeaways regarding Rybelsus. The introduction of oral semaglutide marks a significant advancement in Type 2 Diabetes treatment, providing a convenient option for patients who may be hesitant about injections.  Clinical data consistently shows that Rybelsus is a safe and effective medication, mirroring the benefits seen with other GLP-1 receptor agonists. While some gastrointestinal side effects are possible, they are generally manageable.  Ultimately, Rybelsus offers a valuable tool for healthcare providers, aligning with current guidelines to improve glycemic control and enhance patient adherence. Its ease of use makes it a compelling choice for many individuals managing Type 2 Diabetes.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Rybelsus: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/>
              <a:t/>
            </a:r>
            <a:r>
              <a:rPr b="1"/>
              <a:t>Oral Semaglutide (Rybelsus)</a:t>
            </a:r>
            <a:r>
              <a:rPr/>
              <a:t> offers a convenient alternative to injectable GLP-1 receptor agonists for Type 2 Diabetes management.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/>
              <a:t>Clinical trials suggest a favorable safety profile, generally well-tolerated with common side effects including nausea and gastrointestinal discomfort.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/>
              <a:t>Demonstrates efficacy in lowering </a:t>
            </a:r>
            <a:r>
              <a:rPr b="1"/>
              <a:t>HbA1c</a:t>
            </a:r>
            <a:r>
              <a:rPr/>
              <a:t> and fasting plasma glucose, comparable to other GLP-1 RAs.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/>
              <a:t>Potential to improve glycemic control and offer a patient-friendly option, aligning with current diabetes treatment guidelines.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Shukla</dc:creator>
  <cp:lastModifiedBy>Ashwini Shukla</cp:lastModifiedBy>
  <cp:revision>1</cp:revision>
  <dcterms:created xsi:type="dcterms:W3CDTF">2025-12-25T13:16:06Z</dcterms:created>
  <dcterms:modified xsi:type="dcterms:W3CDTF">2025-12-25T14:09:02Z</dcterms:modified>
</cp:coreProperties>
</file>