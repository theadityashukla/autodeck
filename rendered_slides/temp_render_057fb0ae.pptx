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wrap="square"/>
          <a:lstStyle/>
          <a:p/>
          <a:p>
            <a:pPr algn="l">
              <a:lnSpc>
                <a:spcPct val="150000"/>
              </a:lnSpc>
              <a:spcBef>
                <a:spcPts val="1200"/>
              </a:spcBef>
              <a:spcAft>
                <a:spcPts val="600"/>
              </a:spcAft>
            </a:pPr>
            <a:r>
              <a:rPr sz="1700"/>
              <a:t/>
            </a:r>
            <a:r>
              <a:rPr sz="1700" b="1"/>
              <a:t>Gastrointestinal (GI)</a:t>
            </a:r>
            <a:r>
              <a:rPr sz="1700"/>
              <a:t> events were the most common adverse events, primarily nausea and diarrhea, generally mild to moderate and transient.</a:t>
            </a:r>
          </a:p>
          <a:p>
            <a:pPr algn="l">
              <a:lnSpc>
                <a:spcPct val="150000"/>
              </a:lnSpc>
              <a:spcBef>
                <a:spcPts val="1200"/>
              </a:spcBef>
              <a:spcAft>
                <a:spcPts val="600"/>
              </a:spcAft>
            </a:pPr>
            <a:r>
              <a:rPr sz="1700"/>
              <a:t>GI events typically occurred earlier in the study (first 8-16 weeks) during dose initiation and escalation, potentially reflecting the dose-dependent nature of these events.</a:t>
            </a:r>
          </a:p>
          <a:p>
            <a:pPr algn="l">
              <a:lnSpc>
                <a:spcPct val="150000"/>
              </a:lnSpc>
              <a:spcBef>
                <a:spcPts val="1200"/>
              </a:spcBef>
              <a:spcAft>
                <a:spcPts val="600"/>
              </a:spcAft>
            </a:pPr>
            <a:r>
              <a:rPr sz="1700"/>
              <a:t>Discontinuation rates due to GI AEs increased with higher doses of oral semaglutide, consistent with findings for other </a:t>
            </a:r>
            <a:r>
              <a:rPr sz="1700" b="1"/>
              <a:t>GLP-1 Receptor Agonists (GLP-1RAs)</a:t>
            </a:r>
            <a:r>
              <a:rPr sz="1700"/>
              <a:t>.</a:t>
            </a:r>
          </a:p>
          <a:p>
            <a:pPr algn="l">
              <a:lnSpc>
                <a:spcPct val="150000"/>
              </a:lnSpc>
              <a:spcBef>
                <a:spcPts val="1200"/>
              </a:spcBef>
              <a:spcAft>
                <a:spcPts val="600"/>
              </a:spcAft>
            </a:pPr>
            <a:r>
              <a:rPr sz="1700"/>
              <a:t/>
            </a:r>
            <a:r>
              <a:rPr sz="1700" b="1"/>
              <a:t>Hypoglycemia</a:t>
            </a:r>
            <a:r>
              <a:rPr sz="1700"/>
              <a:t> was infrequent and comparable to comparator GLP-1RA therapies.</a:t>
            </a:r>
          </a:p>
          <a:p>
            <a:pPr algn="l">
              <a:lnSpc>
                <a:spcPct val="150000"/>
              </a:lnSpc>
              <a:spcBef>
                <a:spcPts val="1200"/>
              </a:spcBef>
              <a:spcAft>
                <a:spcPts val="600"/>
              </a:spcAft>
            </a:pPr>
            <a:r>
              <a:rPr sz="1700"/>
              <a:t>Overall safety profile consistent with that of other GLP-1RAs, demonstrating good tolerability in the PIONEER trials.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