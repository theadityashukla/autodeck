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Debug Session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AutoDeck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Conclusion: The Future is Self-Supervised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g_15_2_3e8138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207121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288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1800">
                <a:solidFill>
                  <a:srgbClr val="000000"/>
                </a:solidFill>
              </a:rPr>
              <a:t>Self-supervised learning (SSL) is poised to revolutionize AI by enabling machines to learn from unlabeled data.</a:t>
            </a:r>
          </a:p>
          <a:p>
            <a:pPr/>
            <a:r>
              <a:rPr sz="1800">
                <a:solidFill>
                  <a:srgbClr val="000000"/>
                </a:solidFill>
              </a:rPr>
              <a:t>LeJEPA introduces a theoretically grounded framework for Joint-Embedding Predictive Architectures (JEPAs), simplifying training and boosting performance.</a:t>
            </a:r>
          </a:p>
          <a:p>
            <a:pPr/>
            <a:r>
              <a:rPr sz="1800">
                <a:solidFill>
                  <a:srgbClr val="000000"/>
                </a:solidFill>
              </a:rPr>
              <a:t>Our research demonstrates LeJEPA’s scalability, stability, and impressive results across diverse datasets, architectures, and domains – even surpassing state-of-the-art transfer learning.</a:t>
            </a:r>
          </a:p>
          <a:p>
            <a:pPr/>
            <a:r>
              <a:rPr sz="1800">
                <a:solidFill>
                  <a:srgbClr val="000000"/>
                </a:solidFill>
              </a:rPr>
              <a:t>The future of AI lies in learning the world's dynamics through self-supervision, unlocking unprecedented capabilities.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