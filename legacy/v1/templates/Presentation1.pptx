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00"/>
  </p:normalViewPr>
  <p:slideViewPr>
    <p:cSldViewPr snapToGrid="0">
      <p:cViewPr varScale="1">
        <p:scale>
          <a:sx n="115" d="100"/>
          <a:sy n="115" d="100"/>
        </p:scale>
        <p:origin x="66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10D1-B413-4218-B077-8FFB20A23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5697A-BC58-F053-D6A2-86A2D4747B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735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Tw Cen MT</vt:lpstr>
      <vt:lpstr>Circuit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Ashwini Shukla</dc:creator>
  <cp:lastModifiedBy>Ashwini Shukla</cp:lastModifiedBy>
  <cp:revision>1</cp:revision>
  <dcterms:created xsi:type="dcterms:W3CDTF">2025-12-25T13:16:06Z</dcterms:created>
  <dcterms:modified xsi:type="dcterms:W3CDTF">2025-12-25T14:09:02Z</dcterms:modified>
</cp:coreProperties>
</file>