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10820400" cy="113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chemeClr val="tx1"/>
                </a:solidFill>
                <a:latin typeface="Inter Display"/>
              </a:rPr>
              <a:t>AutoDeck Dev (Inter)</a:t>
            </a:r>
          </a:p>
          <a:p>
            <a:pPr algn="l">
              <a:lnSpc>
                <a:spcPct val="115000"/>
              </a:lnSpc>
            </a:pPr>
            <a:r>
              <a:rPr sz="3200" b="1" i="0">
                <a:solidFill>
                  <a:schemeClr val="tx1"/>
                </a:solidFill>
                <a:latin typeface="Inter Display"/>
              </a:rPr>
              <a:t>theme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9175"/>
            <a:ext cx="10820400" cy="191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0" i="0">
                <a:solidFill>
                  <a:schemeClr val="tx2"/>
                </a:solidFill>
                <a:latin typeface="Inter"/>
              </a:rPr>
              <a:t>1. Design tab -&gt; Variants: the palette on the next slide should appear as this deck's theme colours.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0" i="0">
                <a:solidFill>
                  <a:schemeClr val="tx2"/>
                </a:solidFill>
                <a:latin typeface="Inter"/>
              </a:rPr>
              <a:t>2. Insert a new slide by hand: it should inherit these fonts and colours.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0" i="0">
                <a:solidFill>
                  <a:schemeClr val="tx2"/>
                </a:solidFill>
                <a:latin typeface="Inter"/>
              </a:rPr>
              <a:t>3. Select any swatch, open the fill colour picker, and confirm the swatch sits in the Theme Colors row rather than under Recent Colors.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0" i="0">
                <a:solidFill>
                  <a:schemeClr val="tx2"/>
                </a:solidFill>
                <a:latin typeface="Inter"/>
              </a:rPr>
              <a:t>Headings are set in Inter Display; body in Inter.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10820400" cy="3887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chemeClr val="tx1"/>
                </a:solidFill>
                <a:latin typeface="Inter Display"/>
              </a:rPr>
              <a:t>Theme palette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26973"/>
            <a:ext cx="1612900" cy="316052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39902"/>
            <a:ext cx="1612900" cy="17846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accent1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#1B4965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7300" y="1226973"/>
            <a:ext cx="1612900" cy="316052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7300" y="4539902"/>
            <a:ext cx="1612900" cy="17846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accent2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#1E8E7E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8800" y="1226973"/>
            <a:ext cx="1612900" cy="316052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68800" y="4539902"/>
            <a:ext cx="1612900" cy="17846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accent3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#D98324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300" y="1226973"/>
            <a:ext cx="1612900" cy="316052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0300" y="4539902"/>
            <a:ext cx="1612900" cy="17846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accent4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#A4303F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1800" y="1226973"/>
            <a:ext cx="1612900" cy="31605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51800" y="4539902"/>
            <a:ext cx="1612900" cy="17846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accent5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#5E5A80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93300" y="1226973"/>
            <a:ext cx="1612900" cy="3160529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93300" y="4539902"/>
            <a:ext cx="1612900" cy="17846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accent6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tx2"/>
                </a:solidFill>
                <a:latin typeface="Inter"/>
              </a:rPr>
              <a:t>#7A8B99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Deck Dev (Inter)">
  <a:themeElements>
    <a:clrScheme name="AutoDeck Dev (Inter)">
      <a:dk1>
        <a:sysClr val="windowText" lastClr="15202B"/>
      </a:dk1>
      <a:lt1>
        <a:sysClr val="window" lastClr="FFFFFF"/>
      </a:lt1>
      <a:dk2>
        <a:srgbClr val="2C3E50"/>
      </a:dk2>
      <a:lt2>
        <a:srgbClr val="F4F6F8"/>
      </a:lt2>
      <a:accent1>
        <a:srgbClr val="1B4965"/>
      </a:accent1>
      <a:accent2>
        <a:srgbClr val="1E8E7E"/>
      </a:accent2>
      <a:accent3>
        <a:srgbClr val="D98324"/>
      </a:accent3>
      <a:accent4>
        <a:srgbClr val="A4303F"/>
      </a:accent4>
      <a:accent5>
        <a:srgbClr val="5E5A80"/>
      </a:accent5>
      <a:accent6>
        <a:srgbClr val="7A8B99"/>
      </a:accent6>
      <a:hlink>
        <a:srgbClr val="1B4965"/>
      </a:hlink>
      <a:folHlink>
        <a:srgbClr val="5E5A80"/>
      </a:folHlink>
    </a:clrScheme>
    <a:fontScheme name="AutoDeck Dev (Inter)">
      <a:majorFont>
        <a:latin typeface="Inter Display"/>
        <a:ea typeface=""/>
        <a:cs typeface=""/>
      </a:majorFont>
      <a:minorFont>
        <a:latin typeface="Inter"/>
        <a:ea typeface=""/>
        <a:cs typeface=""/>
      </a:minorFont>
    </a:fontScheme>
    <a:fmtScheme name="AutoDeck Dev (Inter)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