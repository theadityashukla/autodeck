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wrap up with a few key takeaways regarding Rybelsus. The introduction of oral semaglutide marks a significant advancement in Type 2 Diabetes treatment, providing a convenient option for patients who may be hesitant about injections.  Clinical data consistently shows that Rybelsus is a safe and effective medication, mirroring the benefits seen with other GLP-1 receptor agonists. While some gastrointestinal side effects are possible, they are generally manageable.  Ultimately, Rybelsus offers a valuable tool for healthcare providers, aligning with current guidelines to improve glycemic control and enhance patient adherence. Its ease of use makes it a compelling choice for many individuals managing Type 2 Diabetes.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Rybelsus: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ptos"/>
              </a:rPr>
              <a:t>Oral Semaglutide (Rybelsus) offers a convenient alternative to injectable GLP-1 receptor agonists for Type 2 Diabetes management.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ptos"/>
              </a:rPr>
              <a:t>Clinical trials suggest a favorable safety profile, generally well-tolerated with common side effects including nausea and gastrointestinal discomfort.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ptos"/>
              </a:rPr>
              <a:t>Demonstrates efficacy in lowering HbA1c and fasting plasma glucose, comparable to other GLP-1 RAs.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sz="1800">
                <a:solidFill>
                  <a:srgbClr val="000000"/>
                </a:solidFill>
                <a:latin typeface="Aptos"/>
              </a:rPr>
              <a:t>Potential to improve glycemic control and offer a patient-friendly option, aligning with current diabetes treatment guidelines.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