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4114800"/>
          </a:xfrm>
          <a:prstGeom prst="rect">
            <a:avLst/>
          </a:prstGeom>
          <a:noFill/>
        </p:spPr>
        <p:txBody>
          <a:bodyPr wrap="square">
            <a:spAutoFit/>
          </a:bodyPr>
          <a:lstStyle/>
          <a:p/>
          <a:p>
            <a:pPr>
              <a:spcBef>
                <a:spcPts val="1200"/>
              </a:spcBef>
              <a:spcAft>
                <a:spcPts val="600"/>
              </a:spcAft>
            </a:pPr>
            <a:r>
              <a:rPr sz="1800" b="1">
                <a:solidFill>
                  <a:srgbClr val="000000"/>
                </a:solidFill>
                <a:latin typeface="Aptos"/>
              </a:rPr>
              <a:t>HbA1c Reduction:</a:t>
            </a:r>
            <a:r>
              <a:rPr sz="1800">
                <a:solidFill>
                  <a:srgbClr val="000000"/>
                </a:solidFill>
                <a:latin typeface="Aptos"/>
              </a:rPr>
              <a:t> Clinical trials consistently demonstrate greater HbA1c reductions with Rybelsus (oral semaglutide) compared to placebo and active comparators across all baseline HbA1c subgroups.</a:t>
            </a:r>
          </a:p>
          <a:p>
            <a:pPr>
              <a:spcBef>
                <a:spcPts val="1200"/>
              </a:spcBef>
              <a:spcAft>
                <a:spcPts val="600"/>
              </a:spcAft>
            </a:pPr>
            <a:r>
              <a:rPr sz="1800" b="1">
                <a:solidFill>
                  <a:srgbClr val="000000"/>
                </a:solidFill>
                <a:latin typeface="Aptos"/>
              </a:rPr>
              <a:t>Dose-Dependent Efficacy:</a:t>
            </a:r>
            <a:r>
              <a:rPr sz="1800">
                <a:solidFill>
                  <a:srgbClr val="000000"/>
                </a:solidFill>
                <a:latin typeface="Aptos"/>
              </a:rPr>
              <a:t> Higher doses (7 and 14 mg) of Rybelsus consistently delivered greater HbA1c reductions compared to lower doses and active comparators.</a:t>
            </a:r>
          </a:p>
          <a:p>
            <a:pPr>
              <a:spcBef>
                <a:spcPts val="1200"/>
              </a:spcBef>
              <a:spcAft>
                <a:spcPts val="600"/>
              </a:spcAft>
            </a:pPr>
            <a:r>
              <a:rPr sz="1800" b="1">
                <a:solidFill>
                  <a:srgbClr val="000000"/>
                </a:solidFill>
                <a:latin typeface="Aptos"/>
              </a:rPr>
              <a:t>Weight Management:</a:t>
            </a:r>
            <a:r>
              <a:rPr sz="1800">
                <a:solidFill>
                  <a:srgbClr val="000000"/>
                </a:solidFill>
                <a:latin typeface="Aptos"/>
              </a:rPr>
              <a:t> While not the primary endpoint, Rybelsus demonstrated modest weight reduction, without significant weight gain.</a:t>
            </a:r>
          </a:p>
          <a:p>
            <a:pPr>
              <a:spcBef>
                <a:spcPts val="1200"/>
              </a:spcBef>
              <a:spcAft>
                <a:spcPts val="600"/>
              </a:spcAft>
            </a:pPr>
            <a:r>
              <a:rPr sz="1800" b="1">
                <a:solidFill>
                  <a:srgbClr val="000000"/>
                </a:solidFill>
                <a:latin typeface="Aptos"/>
              </a:rPr>
              <a:t>PIONEER 4 Results:</a:t>
            </a:r>
            <a:r>
              <a:rPr sz="1800">
                <a:solidFill>
                  <a:srgbClr val="000000"/>
                </a:solidFill>
                <a:latin typeface="Aptos"/>
              </a:rPr>
              <a:t> In patients with T2D on metformin (± SGLT2i), Rybelsus 14mg resulted in 68% achieving HbA1c &lt; 7% and a mean SBP reduction of -4 mmHg.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