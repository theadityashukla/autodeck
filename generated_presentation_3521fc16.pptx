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2025-12-21 23:34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AutoDeck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